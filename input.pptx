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34102B-D2C2-4366-ACAF-0FD719F12300}" v="4" dt="2025-05-21T10:33:13.6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60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ra, Giradhar" userId="e1bec5ba-94b8-445c-84f7-3b3c1d5b58d6" providerId="ADAL" clId="{DE34102B-D2C2-4366-ACAF-0FD719F12300}"/>
    <pc:docChg chg="custSel addSld delSld modSld sldOrd">
      <pc:chgData name="Bora, Giradhar" userId="e1bec5ba-94b8-445c-84f7-3b3c1d5b58d6" providerId="ADAL" clId="{DE34102B-D2C2-4366-ACAF-0FD719F12300}" dt="2025-05-21T10:34:09.348" v="15" actId="207"/>
      <pc:docMkLst>
        <pc:docMk/>
      </pc:docMkLst>
      <pc:sldChg chg="modSp add mod">
        <pc:chgData name="Bora, Giradhar" userId="e1bec5ba-94b8-445c-84f7-3b3c1d5b58d6" providerId="ADAL" clId="{DE34102B-D2C2-4366-ACAF-0FD719F12300}" dt="2025-05-21T10:33:13.794" v="7" actId="27636"/>
        <pc:sldMkLst>
          <pc:docMk/>
          <pc:sldMk cId="0" sldId="256"/>
        </pc:sldMkLst>
        <pc:spChg chg="mod">
          <ac:chgData name="Bora, Giradhar" userId="e1bec5ba-94b8-445c-84f7-3b3c1d5b58d6" providerId="ADAL" clId="{DE34102B-D2C2-4366-ACAF-0FD719F12300}" dt="2025-05-21T10:33:13.794" v="7" actId="276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Bora, Giradhar" userId="e1bec5ba-94b8-445c-84f7-3b3c1d5b58d6" providerId="ADAL" clId="{DE34102B-D2C2-4366-ACAF-0FD719F12300}" dt="2025-05-21T10:33:13.624" v="6"/>
          <ac:spMkLst>
            <pc:docMk/>
            <pc:sldMk cId="0" sldId="256"/>
            <ac:spMk id="3" creationId="{00000000-0000-0000-0000-000000000000}"/>
          </ac:spMkLst>
        </pc:spChg>
      </pc:sldChg>
      <pc:sldChg chg="modSp mod ord">
        <pc:chgData name="Bora, Giradhar" userId="e1bec5ba-94b8-445c-84f7-3b3c1d5b58d6" providerId="ADAL" clId="{DE34102B-D2C2-4366-ACAF-0FD719F12300}" dt="2025-05-21T10:34:09.348" v="15" actId="207"/>
        <pc:sldMkLst>
          <pc:docMk/>
          <pc:sldMk cId="0" sldId="258"/>
        </pc:sldMkLst>
        <pc:spChg chg="mod">
          <ac:chgData name="Bora, Giradhar" userId="e1bec5ba-94b8-445c-84f7-3b3c1d5b58d6" providerId="ADAL" clId="{DE34102B-D2C2-4366-ACAF-0FD719F12300}" dt="2025-05-21T10:33:48.201" v="12" actId="122"/>
          <ac:spMkLst>
            <pc:docMk/>
            <pc:sldMk cId="0" sldId="258"/>
            <ac:spMk id="2" creationId="{00000000-0000-0000-0000-000000000000}"/>
          </ac:spMkLst>
        </pc:spChg>
        <pc:spChg chg="mod">
          <ac:chgData name="Bora, Giradhar" userId="e1bec5ba-94b8-445c-84f7-3b3c1d5b58d6" providerId="ADAL" clId="{DE34102B-D2C2-4366-ACAF-0FD719F12300}" dt="2025-05-21T10:34:09.348" v="15" actId="207"/>
          <ac:spMkLst>
            <pc:docMk/>
            <pc:sldMk cId="0" sldId="258"/>
            <ac:spMk id="3" creationId="{00000000-0000-0000-0000-000000000000}"/>
          </ac:spMkLst>
        </pc:spChg>
      </pc:sldChg>
      <pc:sldChg chg="add del">
        <pc:chgData name="Bora, Giradhar" userId="e1bec5ba-94b8-445c-84f7-3b3c1d5b58d6" providerId="ADAL" clId="{DE34102B-D2C2-4366-ACAF-0FD719F12300}" dt="2025-05-21T10:28:36.189" v="5" actId="2696"/>
        <pc:sldMkLst>
          <pc:docMk/>
          <pc:sldMk cId="0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4176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8956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6029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93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0492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199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710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393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7275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8390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9874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112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Digital Personal Data Protection 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Summary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8691" y="862622"/>
            <a:ext cx="10089930" cy="834028"/>
          </a:xfrm>
        </p:spPr>
        <p:txBody>
          <a:bodyPr/>
          <a:lstStyle/>
          <a:p>
            <a:pPr algn="ctr"/>
            <a:r>
              <a:rPr dirty="0"/>
              <a:t>Scope and Applicability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9186" y="1986455"/>
            <a:ext cx="12002813" cy="4008923"/>
          </a:xfrm>
          <a:noFill/>
        </p:spPr>
        <p:txBody>
          <a:bodyPr>
            <a:normAutofit/>
          </a:bodyPr>
          <a:lstStyle/>
          <a:p>
            <a:r>
              <a:rPr dirty="0"/>
              <a:t>• Applies to data processing in India and by Indian entities abroad</a:t>
            </a:r>
          </a:p>
          <a:p>
            <a:r>
              <a:rPr dirty="0"/>
              <a:t>• Excludes personal/domestic and public data</a:t>
            </a:r>
          </a:p>
          <a:p>
            <a:endParaRPr dirty="0"/>
          </a:p>
          <a:p>
            <a:r>
              <a:rPr dirty="0"/>
              <a:t>Quiz:</a:t>
            </a:r>
          </a:p>
          <a:p>
            <a:r>
              <a:rPr dirty="0"/>
              <a:t>1. Does the Act apply to data outside India by Indian entities?</a:t>
            </a:r>
          </a:p>
          <a:p>
            <a:r>
              <a:rPr dirty="0"/>
              <a:t>   - ✅ Yes</a:t>
            </a:r>
          </a:p>
          <a:p>
            <a:r>
              <a:rPr dirty="0"/>
              <a:t>2. What data is excluded?</a:t>
            </a:r>
          </a:p>
          <a:p>
            <a:r>
              <a:rPr dirty="0"/>
              <a:t>   - ✅ Personal or domestic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46</TotalTime>
  <Words>64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Gill Sans MT</vt:lpstr>
      <vt:lpstr>Gallery</vt:lpstr>
      <vt:lpstr>Digital Personal Data Protection Act</vt:lpstr>
      <vt:lpstr>Scope and Applicability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Scope and Applicability</dc:title>
  <dc:subject/>
  <dc:creator/>
  <cp:keywords/>
  <dc:description>generated using python-pptx</dc:description>
  <cp:lastModifiedBy>Bora, Giradhar</cp:lastModifiedBy>
  <cp:revision>3</cp:revision>
  <dcterms:created xsi:type="dcterms:W3CDTF">2013-01-27T09:14:16Z</dcterms:created>
  <dcterms:modified xsi:type="dcterms:W3CDTF">2025-05-21T10:34:11Z</dcterms:modified>
  <cp:category/>
</cp:coreProperties>
</file>